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88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rryl O'Mara" userId="c246bccc-ec1e-4de2-ba64-3449d8315139" providerId="ADAL" clId="{A44B3D7E-E539-4818-8DCD-643CF3D3CFA3}"/>
    <pc:docChg chg="modSld">
      <pc:chgData name="Darryl O'Mara" userId="c246bccc-ec1e-4de2-ba64-3449d8315139" providerId="ADAL" clId="{A44B3D7E-E539-4818-8DCD-643CF3D3CFA3}" dt="2026-06-11T03:57:29.344" v="0" actId="1036"/>
      <pc:docMkLst>
        <pc:docMk/>
      </pc:docMkLst>
      <pc:sldChg chg="modSp mod">
        <pc:chgData name="Darryl O'Mara" userId="c246bccc-ec1e-4de2-ba64-3449d8315139" providerId="ADAL" clId="{A44B3D7E-E539-4818-8DCD-643CF3D3CFA3}" dt="2026-06-11T03:57:29.344" v="0" actId="1036"/>
        <pc:sldMkLst>
          <pc:docMk/>
          <pc:sldMk cId="0" sldId="256"/>
        </pc:sldMkLst>
        <pc:spChg chg="mod">
          <ac:chgData name="Darryl O'Mara" userId="c246bccc-ec1e-4de2-ba64-3449d8315139" providerId="ADAL" clId="{A44B3D7E-E539-4818-8DCD-643CF3D3CFA3}" dt="2026-06-11T03:57:29.344" v="0" actId="1036"/>
          <ac:spMkLst>
            <pc:docMk/>
            <pc:sldMk cId="0" sldId="256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633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DAIS Project: High-Frequency Strategy Results</a:t>
            </a:r>
          </a:p>
          <a:p>
            <a:pPr>
              <a:spcBef>
                <a:spcPts val="1500"/>
              </a:spcBef>
              <a:defRPr sz="1600">
                <a:solidFill>
                  <a:srgbClr val="0284C7"/>
                </a:solidFill>
                <a:latin typeface="Arial"/>
              </a:defRPr>
            </a:pPr>
            <a:r>
              <a:t>Intraday Engine Telemetry Brief | Horizon: 30 Days | Interval: 5m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Global Portfolio Performance Matrix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371600"/>
          <a:ext cx="1082009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Ticker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Total Return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Ann. Return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Sharpe Ratio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Max Drawdown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True Beta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SOXX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2.55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MSFT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GOOG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65760"/>
            <a:ext cx="108200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284C7"/>
                </a:solidFill>
              </a:defRPr>
            </a:pPr>
            <a:r>
              <a:t>Execution Performance Stream: META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8200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Executed Sells: 0 | Overnight Liquidations: 0 | Rejected via MA20: 0 | Rejected via Cost Basis: 0</a:t>
            </a:r>
          </a:p>
        </p:txBody>
      </p:sp>
      <p:pic>
        <p:nvPicPr>
          <p:cNvPr id="4" name="Picture 3" descr="META_execution_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5486400" cy="2286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39319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Execution Strategy Topology Profiles</a:t>
            </a:r>
          </a:p>
        </p:txBody>
      </p:sp>
      <p:pic>
        <p:nvPicPr>
          <p:cNvPr id="6" name="Picture 5" descr="META_equity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095" y="1645920"/>
            <a:ext cx="54864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48095" y="39319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Accumulated Growth Value Optimization</a:t>
            </a:r>
          </a:p>
        </p:txBody>
      </p:sp>
      <p:pic>
        <p:nvPicPr>
          <p:cNvPr id="8" name="Picture 7" descr="META_inventory_dens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297680"/>
            <a:ext cx="11277295" cy="1920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21792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Intraday Base Share Inventory Density Allocations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65760"/>
            <a:ext cx="108200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284C7"/>
                </a:solidFill>
              </a:defRPr>
            </a:pPr>
            <a:r>
              <a:t>Execution Performance Stream: SOXX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8200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Executed Sells: 0 | Overnight Liquidations: 0 | Rejected via MA20: 0 | Rejected via Cost Basis: 0</a:t>
            </a:r>
          </a:p>
        </p:txBody>
      </p:sp>
      <p:pic>
        <p:nvPicPr>
          <p:cNvPr id="4" name="Picture 3" descr="SOXX_execution_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5486400" cy="2286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39319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Execution Strategy Topology Profiles</a:t>
            </a:r>
          </a:p>
        </p:txBody>
      </p:sp>
      <p:pic>
        <p:nvPicPr>
          <p:cNvPr id="6" name="Picture 5" descr="SOXX_equity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095" y="1645920"/>
            <a:ext cx="54864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48095" y="39319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Accumulated Growth Value Optimization</a:t>
            </a:r>
          </a:p>
        </p:txBody>
      </p:sp>
      <p:pic>
        <p:nvPicPr>
          <p:cNvPr id="8" name="Picture 7" descr="SOXX_inventory_dens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297680"/>
            <a:ext cx="11277295" cy="1920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21792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Intraday Base Share Inventory Density Allocations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65760"/>
            <a:ext cx="108200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284C7"/>
                </a:solidFill>
              </a:defRPr>
            </a:pPr>
            <a:r>
              <a:t>Execution Performance Stream: STT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8200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Executed Sells: 0 | Overnight Liquidations: 0 | Rejected via MA20: 0 | Rejected via Cost Basis: 0</a:t>
            </a:r>
          </a:p>
        </p:txBody>
      </p:sp>
      <p:pic>
        <p:nvPicPr>
          <p:cNvPr id="4" name="Picture 3" descr="STT_execution_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5486400" cy="2286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39319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Execution Strategy Topology Profiles</a:t>
            </a:r>
          </a:p>
        </p:txBody>
      </p:sp>
      <p:pic>
        <p:nvPicPr>
          <p:cNvPr id="6" name="Picture 5" descr="STT_equity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095" y="1645920"/>
            <a:ext cx="54864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48095" y="39319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Accumulated Growth Value Optimization</a:t>
            </a:r>
          </a:p>
        </p:txBody>
      </p:sp>
      <p:pic>
        <p:nvPicPr>
          <p:cNvPr id="8" name="Picture 7" descr="STT_inventory_dens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297680"/>
            <a:ext cx="11277295" cy="1920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21792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Intraday Base Share Inventory Density Allocations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65760"/>
            <a:ext cx="108200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284C7"/>
                </a:solidFill>
              </a:defRPr>
            </a:pPr>
            <a:r>
              <a:t>Execution Performance Stream: MSFT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8200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Executed Sells: 0 | Overnight Liquidations: 0 | Rejected via MA20: 0 | Rejected via Cost Basis: 0</a:t>
            </a:r>
          </a:p>
        </p:txBody>
      </p:sp>
      <p:pic>
        <p:nvPicPr>
          <p:cNvPr id="4" name="Picture 3" descr="MSFT_execution_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5486400" cy="2286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39319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Execution Strategy Topology Profiles</a:t>
            </a:r>
          </a:p>
        </p:txBody>
      </p:sp>
      <p:pic>
        <p:nvPicPr>
          <p:cNvPr id="6" name="Picture 5" descr="MSFT_equity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095" y="1645920"/>
            <a:ext cx="54864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48095" y="39319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Accumulated Growth Value Optimization</a:t>
            </a:r>
          </a:p>
        </p:txBody>
      </p:sp>
      <p:pic>
        <p:nvPicPr>
          <p:cNvPr id="8" name="Picture 7" descr="MSFT_inventory_dens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297680"/>
            <a:ext cx="11277295" cy="1920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21792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Intraday Base Share Inventory Density Allocations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65760"/>
            <a:ext cx="108200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284C7"/>
                </a:solidFill>
              </a:defRPr>
            </a:pPr>
            <a:r>
              <a:t>Execution Performance Stream: GOOG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8200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Executed Sells: 0 | Overnight Liquidations: 0 | Rejected via MA20: 0 | Rejected via Cost Basis: 0</a:t>
            </a:r>
          </a:p>
        </p:txBody>
      </p:sp>
      <p:pic>
        <p:nvPicPr>
          <p:cNvPr id="4" name="Picture 3" descr="GOOG_execution_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5486400" cy="2286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39319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Execution Strategy Topology Profiles</a:t>
            </a:r>
          </a:p>
        </p:txBody>
      </p:sp>
      <p:pic>
        <p:nvPicPr>
          <p:cNvPr id="6" name="Picture 5" descr="GOOG_equity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095" y="1645920"/>
            <a:ext cx="54864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48095" y="39319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Accumulated Growth Value Optimization</a:t>
            </a:r>
          </a:p>
        </p:txBody>
      </p:sp>
      <p:pic>
        <p:nvPicPr>
          <p:cNvPr id="8" name="Picture 7" descr="GOOG_inventory_dens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297680"/>
            <a:ext cx="11277295" cy="1920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21792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Intraday Base Share Inventory Density Allocations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285</Words>
  <Application>Microsoft Office PowerPoint</Application>
  <PresentationFormat>Widescreen</PresentationFormat>
  <Paragraphs>64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Darryl O'Mara</cp:lastModifiedBy>
  <cp:revision>1</cp:revision>
  <dcterms:created xsi:type="dcterms:W3CDTF">2013-01-27T09:14:16Z</dcterms:created>
  <dcterms:modified xsi:type="dcterms:W3CDTF">2026-06-11T03:57:38Z</dcterms:modified>
  <cp:category/>
</cp:coreProperties>
</file>